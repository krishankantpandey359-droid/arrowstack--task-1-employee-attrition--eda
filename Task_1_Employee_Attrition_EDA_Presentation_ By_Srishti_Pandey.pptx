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4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691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327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965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282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724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0367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1121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4248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5556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1224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614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9198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237240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4207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0548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1300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9841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31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21384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46" r:id="rId1"/>
    <p:sldLayoutId id="2147483847" r:id="rId2"/>
    <p:sldLayoutId id="2147483848" r:id="rId3"/>
    <p:sldLayoutId id="2147483849" r:id="rId4"/>
    <p:sldLayoutId id="2147483850" r:id="rId5"/>
    <p:sldLayoutId id="2147483851" r:id="rId6"/>
    <p:sldLayoutId id="2147483852" r:id="rId7"/>
    <p:sldLayoutId id="2147483853" r:id="rId8"/>
    <p:sldLayoutId id="2147483854" r:id="rId9"/>
    <p:sldLayoutId id="2147483855" r:id="rId10"/>
    <p:sldLayoutId id="2147483856" r:id="rId11"/>
    <p:sldLayoutId id="2147483857" r:id="rId12"/>
    <p:sldLayoutId id="2147483858" r:id="rId13"/>
    <p:sldLayoutId id="2147483859" r:id="rId14"/>
    <p:sldLayoutId id="2147483860" r:id="rId15"/>
    <p:sldLayoutId id="2147483861" r:id="rId16"/>
    <p:sldLayoutId id="2147483862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82523" y="1280160"/>
            <a:ext cx="5505033" cy="6155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/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Employee Attrition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01808" y="2377440"/>
            <a:ext cx="6157903" cy="6924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/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Comprehensive</a:t>
            </a:r>
            <a:r>
              <a:rPr dirty="0"/>
              <a:t> Exploratory Data Analysis (EDA)</a:t>
            </a:r>
          </a:p>
          <a:p>
            <a:pPr algn="ctr">
              <a:defRPr sz="1700"/>
            </a:pPr>
            <a:r>
              <a:rPr dirty="0" err="1"/>
              <a:t>Srishti</a:t>
            </a:r>
            <a:r>
              <a:rPr dirty="0"/>
              <a:t> Pandey • Data Science • Task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4160520"/>
            <a:ext cx="644490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IBM</a:t>
            </a:r>
            <a:r>
              <a:rPr dirty="0"/>
              <a:t> HR Analytics Employee Attrition &amp; Performance • </a:t>
            </a:r>
            <a:r>
              <a:rPr dirty="0" err="1"/>
              <a:t>Kaggle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Srishti Pandey • Task 1 Demo /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1. Problem and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Business problem: understand which employee, job and workplace groups show higher observed attrition rates.</a:t>
            </a:r>
          </a:p>
          <a:p>
            <a:pPr>
              <a:spcAft>
                <a:spcPts val="1200"/>
              </a:spcAft>
              <a:defRPr sz="2000"/>
            </a:pPr>
            <a:r>
              <a:t>Stakeholder: HR management and workforce planning teams.</a:t>
            </a:r>
          </a:p>
          <a:p>
            <a:pPr>
              <a:spcAft>
                <a:spcPts val="1200"/>
              </a:spcAft>
              <a:defRPr sz="2000"/>
            </a:pPr>
            <a:r>
              <a:t>Dataset: 1,470 employee records and 35 source columns.</a:t>
            </a:r>
          </a:p>
          <a:p>
            <a:pPr>
              <a:spcAft>
                <a:spcPts val="1200"/>
              </a:spcAft>
              <a:defRPr sz="2000"/>
            </a:pPr>
            <a:r>
              <a:t>Target: Attrition = Yes means the employee left; No means the employee stayed.</a:t>
            </a:r>
          </a:p>
          <a:p>
            <a:pPr>
              <a:spcAft>
                <a:spcPts val="1200"/>
              </a:spcAft>
              <a:defRPr sz="2000"/>
            </a:pPr>
            <a:r>
              <a:t>Main KPI: overall observed employee attrition rate, used as the baseline for group comparisons.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1908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Arrowstack Data Science Internship • Task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2. Data Quality and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Complete source-column data dictionary was generated from the actual loaded dataframe.</a:t>
            </a:r>
          </a:p>
          <a:p>
            <a:pPr>
              <a:spcAft>
                <a:spcPts val="1200"/>
              </a:spcAft>
              <a:defRPr sz="2000"/>
            </a:pPr>
            <a:r>
              <a:t>Checked missing values, duplicate rows, EmployeeNumber uniqueness, constant fields and numeric ranges.</a:t>
            </a:r>
          </a:p>
          <a:p>
            <a:pPr>
              <a:spcAft>
                <a:spcPts val="1200"/>
              </a:spcAft>
              <a:defRPr sz="2000"/>
            </a:pPr>
            <a:r>
              <a:t>Checked logical workforce relationships such as role tenure ≤ company tenure ≤ total working years.</a:t>
            </a:r>
          </a:p>
          <a:p>
            <a:pPr>
              <a:spcAft>
                <a:spcPts val="1200"/>
              </a:spcAft>
              <a:defRPr sz="2000"/>
            </a:pPr>
            <a:r>
              <a:t>Kept the raw dataframe unchanged and used a separate analytical copy.</a:t>
            </a:r>
          </a:p>
          <a:p>
            <a:pPr>
              <a:spcAft>
                <a:spcPts val="1200"/>
              </a:spcAft>
              <a:defRPr sz="2000"/>
            </a:pPr>
            <a:r>
              <a:t>Reviewed IQR outliers without deleting unusual values automatically.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1908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Arrowstack Data Science Internship • Task 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3. Key Observed Attrition 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Overall observed attrition: 16.12%.</a:t>
            </a:r>
          </a:p>
          <a:p>
            <a:pPr>
              <a:spcAft>
                <a:spcPts val="1200"/>
              </a:spcAft>
              <a:defRPr sz="1800"/>
            </a:pPr>
            <a:r>
              <a:t>Sales department: 20.63% observed attrition.</a:t>
            </a:r>
          </a:p>
          <a:p>
            <a:pPr>
              <a:spcAft>
                <a:spcPts val="1200"/>
              </a:spcAft>
              <a:defRPr sz="1800"/>
            </a:pPr>
            <a:r>
              <a:t>Sales Representative: 39.76% observed attrition.</a:t>
            </a:r>
          </a:p>
          <a:p>
            <a:pPr>
              <a:spcAft>
                <a:spcPts val="1200"/>
              </a:spcAft>
              <a:defRPr sz="1800"/>
            </a:pPr>
            <a:r>
              <a:t>OverTime = Yes: 30.53% observed attrition.</a:t>
            </a:r>
          </a:p>
          <a:p>
            <a:pPr>
              <a:spcAft>
                <a:spcPts val="1200"/>
              </a:spcAft>
              <a:defRPr sz="1800"/>
            </a:pPr>
            <a:r>
              <a:t>Travel_Frequently: 24.91% observed attrition.</a:t>
            </a:r>
          </a:p>
          <a:p>
            <a:pPr>
              <a:spcAft>
                <a:spcPts val="1200"/>
              </a:spcAft>
              <a:defRPr sz="1800"/>
            </a:pPr>
            <a:r>
              <a:t>Distance 21+: 22.06% observed attrition.</a:t>
            </a:r>
          </a:p>
          <a:p>
            <a:pPr>
              <a:spcAft>
                <a:spcPts val="1200"/>
              </a:spcAft>
              <a:defRPr sz="1800"/>
            </a:pPr>
            <a:r>
              <a:t>Tenure 0–1 years: 34.88% observed attrition.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1908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Arrowstack Data Science Internship • Task 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4. Statistical and Interpretation Checks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Chi-square tests were used for categorical relationships, with Cramer’s V for effect size.</a:t>
            </a:r>
          </a:p>
          <a:p>
            <a:pPr>
              <a:spcAft>
                <a:spcPts val="1200"/>
              </a:spcAft>
              <a:defRPr sz="1800"/>
            </a:pPr>
            <a:r>
              <a:t>Benjamini-Hochberg FDR adjustment was applied because multiple tests were performed.</a:t>
            </a:r>
          </a:p>
          <a:p>
            <a:pPr>
              <a:spcAft>
                <a:spcPts val="1200"/>
              </a:spcAft>
              <a:defRPr sz="1800"/>
            </a:pPr>
            <a:r>
              <a:t>Expected-count diagnostics were checked before interpreting Chi-square results.</a:t>
            </a:r>
          </a:p>
          <a:p>
            <a:pPr>
              <a:spcAft>
                <a:spcPts val="1200"/>
              </a:spcAft>
              <a:defRPr sz="1800"/>
            </a:pPr>
            <a:r>
              <a:t>Mann-Whitney U tests were used for numeric comparisons, with rank-biserial effect size.</a:t>
            </a:r>
          </a:p>
          <a:p>
            <a:pPr>
              <a:spcAft>
                <a:spcPts val="1200"/>
              </a:spcAft>
              <a:defRPr sz="1800"/>
            </a:pPr>
            <a:r>
              <a:t>Wilson 95% intervals were added to show uncertainty around key observed rates.</a:t>
            </a:r>
          </a:p>
          <a:p>
            <a:pPr>
              <a:spcAft>
                <a:spcPts val="1200"/>
              </a:spcAft>
              <a:defRPr sz="1800"/>
            </a:pPr>
            <a:r>
              <a:t>Small-group safeguard prevents a high percentage from being treated as equally strong evidence when the group is tiny.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1908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Arrowstack Data Science Internship • Task 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5. Recommendations and Responsible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Review overtime and workload patterns before deciding on retention actions.</a:t>
            </a:r>
          </a:p>
          <a:p>
            <a:pPr>
              <a:spcAft>
                <a:spcPts val="1200"/>
              </a:spcAft>
              <a:defRPr sz="2000"/>
            </a:pPr>
            <a:r>
              <a:t>Look closely at high-attrition job roles and early-tenure employee experience.</a:t>
            </a:r>
          </a:p>
          <a:p>
            <a:pPr>
              <a:spcAft>
                <a:spcPts val="1200"/>
              </a:spcAft>
              <a:defRPr sz="2000"/>
            </a:pPr>
            <a:r>
              <a:t>Review travel and commute patterns together with other workplace conditions.</a:t>
            </a:r>
          </a:p>
          <a:p>
            <a:pPr>
              <a:spcAft>
                <a:spcPts val="1200"/>
              </a:spcAft>
              <a:defRPr sz="2000"/>
            </a:pPr>
            <a:r>
              <a:t>Use current real HR data and employee feedback to validate the observed patterns.</a:t>
            </a:r>
          </a:p>
          <a:p>
            <a:pPr>
              <a:spcAft>
                <a:spcPts val="1200"/>
              </a:spcAft>
              <a:defRPr sz="2000"/>
            </a:pPr>
            <a:r>
              <a:t>Treat the findings as investigation priorities, not proof of causes or individual risk labels.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1908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Arrowstack Data Science Internship • Task 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6. Final QA and Submission Readiness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Final automated checks cover data shape, required fields, missing values, duplicates, ID uniqueness, logical consistency and analytical outputs.</a:t>
            </a:r>
          </a:p>
          <a:p>
            <a:pPr>
              <a:spcAft>
                <a:spcPts val="1200"/>
              </a:spcAft>
              <a:defRPr sz="2000"/>
            </a:pPr>
            <a:r>
              <a:t>Statistical outputs include FDR-adjusted p-values, effect sizes and expected-count diagnostics.</a:t>
            </a:r>
          </a:p>
          <a:p>
            <a:pPr>
              <a:spcAft>
                <a:spcPts val="1200"/>
              </a:spcAft>
              <a:defRPr sz="2000"/>
            </a:pPr>
            <a:r>
              <a:t>Notebook is designed for a fresh Google Colab Runtime → Run all workflow.</a:t>
            </a:r>
          </a:p>
          <a:p>
            <a:pPr>
              <a:spcAft>
                <a:spcPts val="1200"/>
              </a:spcAft>
              <a:defRPr sz="2000"/>
            </a:pPr>
            <a:r>
              <a:t>Final validation message to confirm before submission: PASS: All final validation checks passed.</a:t>
            </a:r>
          </a:p>
          <a:p>
            <a:pPr>
              <a:spcAft>
                <a:spcPts val="1200"/>
              </a:spcAft>
              <a:defRPr sz="2000"/>
            </a:pPr>
            <a:r>
              <a:t>Submission package: executed notebook + README + presentation/demo material.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1908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Arrowstack Data Science Internship • Task 1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15</TotalTime>
  <Words>524</Words>
  <Application>Microsoft Office PowerPoint</Application>
  <PresentationFormat>Widescreen</PresentationFormat>
  <Paragraphs>50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Century Gothic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MY PC</dc:creator>
  <cp:keywords/>
  <dc:description>generated using python-pptx</dc:description>
  <cp:lastModifiedBy>MY PC</cp:lastModifiedBy>
  <cp:revision>5</cp:revision>
  <dcterms:created xsi:type="dcterms:W3CDTF">2013-01-27T09:14:16Z</dcterms:created>
  <dcterms:modified xsi:type="dcterms:W3CDTF">2026-10-08T20:20:08Z</dcterms:modified>
  <cp:category/>
</cp:coreProperties>
</file>